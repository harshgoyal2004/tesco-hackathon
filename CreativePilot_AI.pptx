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4"/>
  </p:normalViewPr>
  <p:slideViewPr>
    <p:cSldViewPr snapToGrid="0" snapToObjects="1">
      <p:cViewPr varScale="1">
        <p:scale>
          <a:sx n="100" d="100"/>
          <a:sy n="100" d="100"/>
        </p:scale>
        <p:origin x="18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3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6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7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4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0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7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1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3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0024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08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69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60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61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1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3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CreativePilot</a:t>
            </a:r>
            <a:r>
              <a:rPr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Autonomous Retail Media Creative Platform</a:t>
            </a:r>
          </a:p>
          <a:p>
            <a:r>
              <a:t>Ideation Phase — dunnhumby × Tesco</a:t>
            </a:r>
          </a:p>
          <a:p>
            <a:r>
              <a:t>By: Harsh Goyal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sz="2200" dirty="0">
                <a:solidFill>
                  <a:srgbClr val="E6E6E6"/>
                </a:solidFill>
              </a:rPr>
              <a:t>Retail media requires multi-format, high-quality creatives.</a:t>
            </a:r>
          </a:p>
          <a:p>
            <a:r>
              <a:rPr sz="2200" dirty="0">
                <a:solidFill>
                  <a:srgbClr val="E6E6E6"/>
                </a:solidFill>
              </a:rPr>
              <a:t>Small advertisers lack design teams; agencies are costly.</a:t>
            </a:r>
          </a:p>
          <a:p>
            <a:r>
              <a:rPr sz="2200" dirty="0">
                <a:solidFill>
                  <a:srgbClr val="E6E6E6"/>
                </a:solidFill>
              </a:rPr>
              <a:t>Retailer guidelines are complex → frequent rejections.</a:t>
            </a:r>
          </a:p>
          <a:p>
            <a:r>
              <a:rPr sz="2200" dirty="0">
                <a:solidFill>
                  <a:srgbClr val="E6E6E6"/>
                </a:solidFill>
              </a:rPr>
              <a:t>Resizing creatives for 8–12 formats is tedious.</a:t>
            </a:r>
          </a:p>
          <a:p>
            <a:r>
              <a:rPr sz="2200" dirty="0">
                <a:solidFill>
                  <a:srgbClr val="E6E6E6"/>
                </a:solidFill>
              </a:rPr>
              <a:t>Inconsistent creatives hurt campaign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Solution Overview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CreativePilot AI transforms packshot + brief into ready-to-launch creatives.</a:t>
            </a:r>
          </a:p>
          <a:p>
            <a:r>
              <a:rPr sz="2200">
                <a:solidFill>
                  <a:srgbClr val="E6E6E6"/>
                </a:solidFill>
              </a:rPr>
              <a:t>AI-powered layout generation &amp; design composition.</a:t>
            </a:r>
          </a:p>
          <a:p>
            <a:r>
              <a:rPr sz="2200">
                <a:solidFill>
                  <a:srgbClr val="E6E6E6"/>
                </a:solidFill>
              </a:rPr>
              <a:t>Automatic background removal &amp; asset enhancement.</a:t>
            </a:r>
          </a:p>
          <a:p>
            <a:r>
              <a:rPr sz="2200">
                <a:solidFill>
                  <a:srgbClr val="E6E6E6"/>
                </a:solidFill>
              </a:rPr>
              <a:t>Built-in retailer &amp; brand guideline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Solution Overview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AI-driven adaptive resizing for FB, IG, banners, POS.</a:t>
            </a:r>
          </a:p>
          <a:p>
            <a:r>
              <a:rPr sz="2200">
                <a:solidFill>
                  <a:srgbClr val="E6E6E6"/>
                </a:solidFill>
              </a:rPr>
              <a:t>Smart creative suggestions using Generative AI.</a:t>
            </a:r>
          </a:p>
          <a:p>
            <a:r>
              <a:rPr sz="2200">
                <a:solidFill>
                  <a:srgbClr val="E6E6E6"/>
                </a:solidFill>
              </a:rPr>
              <a:t>Visual editor for fine-tuning.</a:t>
            </a:r>
          </a:p>
          <a:p>
            <a:r>
              <a:rPr sz="2200">
                <a:solidFill>
                  <a:srgbClr val="E6E6E6"/>
                </a:solidFill>
              </a:rPr>
              <a:t>Export-ready files (&lt;500KB) across all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Value Proposition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E6E6E6"/>
                </a:solidFill>
              </a:rPr>
              <a:t>For Advertisers:</a:t>
            </a:r>
          </a:p>
          <a:p>
            <a:r>
              <a:rPr sz="2200" dirty="0">
                <a:solidFill>
                  <a:srgbClr val="E6E6E6"/>
                </a:solidFill>
              </a:rPr>
              <a:t>No design skills needed.</a:t>
            </a:r>
            <a:endParaRPr lang="en-US" sz="2200" dirty="0">
              <a:solidFill>
                <a:srgbClr val="E6E6E6"/>
              </a:solidFill>
            </a:endParaRPr>
          </a:p>
          <a:p>
            <a:r>
              <a:rPr sz="2200" dirty="0">
                <a:solidFill>
                  <a:srgbClr val="E6E6E6"/>
                </a:solidFill>
              </a:rPr>
              <a:t>10x faster creative turnaround.</a:t>
            </a:r>
          </a:p>
          <a:p>
            <a:r>
              <a:rPr sz="2200" dirty="0">
                <a:solidFill>
                  <a:srgbClr val="E6E6E6"/>
                </a:solidFill>
              </a:rPr>
              <a:t>Lower creative production cost.</a:t>
            </a:r>
          </a:p>
          <a:p>
            <a:r>
              <a:rPr sz="2200" dirty="0">
                <a:solidFill>
                  <a:srgbClr val="E6E6E6"/>
                </a:solidFill>
              </a:rPr>
              <a:t>Reduced rejections and manual revisions.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Value Proposition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E6E6E6"/>
                </a:solidFill>
              </a:rPr>
              <a:t>For Retailers:</a:t>
            </a:r>
          </a:p>
          <a:p>
            <a:r>
              <a:rPr sz="2200" dirty="0">
                <a:solidFill>
                  <a:srgbClr val="E6E6E6"/>
                </a:solidFill>
              </a:rPr>
              <a:t>Higher acceptance rates.</a:t>
            </a:r>
          </a:p>
          <a:p>
            <a:r>
              <a:rPr sz="2200" dirty="0">
                <a:solidFill>
                  <a:srgbClr val="E6E6E6"/>
                </a:solidFill>
              </a:rPr>
              <a:t>Less manual review effort.</a:t>
            </a:r>
          </a:p>
          <a:p>
            <a:r>
              <a:rPr sz="2200" dirty="0">
                <a:solidFill>
                  <a:srgbClr val="E6E6E6"/>
                </a:solidFill>
              </a:rPr>
              <a:t>Faster campaign onboarding.</a:t>
            </a:r>
          </a:p>
          <a:p>
            <a:r>
              <a:rPr sz="2200" dirty="0">
                <a:solidFill>
                  <a:srgbClr val="E6E6E6"/>
                </a:solidFill>
              </a:rPr>
              <a:t>Increased retail media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Feasibility /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AI Layer: LLMs for layout, copy, compliance; Vision models for enhancement.</a:t>
            </a:r>
          </a:p>
          <a:p>
            <a:r>
              <a:rPr sz="2200">
                <a:solidFill>
                  <a:srgbClr val="E6E6E6"/>
                </a:solidFill>
              </a:rPr>
              <a:t>Engine: Hybrid compliance system + resizing engine.</a:t>
            </a:r>
          </a:p>
          <a:p>
            <a:r>
              <a:rPr sz="2200">
                <a:solidFill>
                  <a:srgbClr val="E6E6E6"/>
                </a:solidFill>
              </a:rPr>
              <a:t>Frontend: React + Canvas editor (Konva/Fabric).</a:t>
            </a:r>
          </a:p>
          <a:p>
            <a:r>
              <a:rPr sz="2200">
                <a:solidFill>
                  <a:srgbClr val="E6E6E6"/>
                </a:solidFill>
              </a:rPr>
              <a:t>Backend: FastAPI/Node + ImageMagick/libvips.</a:t>
            </a:r>
          </a:p>
          <a:p>
            <a:r>
              <a:rPr sz="2200">
                <a:solidFill>
                  <a:srgbClr val="E6E6E6"/>
                </a:solidFill>
              </a:rPr>
              <a:t>Fully buildable within hackathon timeline.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Unique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Purpose-built for retail media workflows.</a:t>
            </a:r>
          </a:p>
          <a:p>
            <a:r>
              <a:rPr sz="2200">
                <a:solidFill>
                  <a:srgbClr val="E6E6E6"/>
                </a:solidFill>
              </a:rPr>
              <a:t>AI-driven multi-format resizing (not template stretching).</a:t>
            </a:r>
          </a:p>
          <a:p>
            <a:r>
              <a:rPr sz="2200">
                <a:solidFill>
                  <a:srgbClr val="E6E6E6"/>
                </a:solidFill>
              </a:rPr>
              <a:t>Hybrid rule engine (deterministic + semantic checks).</a:t>
            </a:r>
          </a:p>
          <a:p>
            <a:r>
              <a:rPr sz="2200">
                <a:solidFill>
                  <a:srgbClr val="E6E6E6"/>
                </a:solidFill>
              </a:rPr>
              <a:t>Generates full creative sets, not single images.</a:t>
            </a:r>
          </a:p>
          <a:p>
            <a:r>
              <a:rPr sz="2200">
                <a:solidFill>
                  <a:srgbClr val="E6E6E6"/>
                </a:solidFill>
              </a:rPr>
              <a:t>Designed for non-designers and SMB advertisers.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Impact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Economic: Lower costs, faster launches, higher throughput.</a:t>
            </a:r>
          </a:p>
          <a:p>
            <a:r>
              <a:rPr sz="2200">
                <a:solidFill>
                  <a:srgbClr val="E6E6E6"/>
                </a:solidFill>
              </a:rPr>
              <a:t>Social: Empowers small advertisers.</a:t>
            </a:r>
          </a:p>
          <a:p>
            <a:r>
              <a:rPr sz="2200">
                <a:solidFill>
                  <a:srgbClr val="E6E6E6"/>
                </a:solidFill>
              </a:rPr>
              <a:t>Environmental: Less design waste, digital-first workflow.</a:t>
            </a:r>
          </a:p>
          <a:p>
            <a:r>
              <a:rPr sz="2200">
                <a:solidFill>
                  <a:srgbClr val="E6E6E6"/>
                </a:solidFill>
              </a:rPr>
              <a:t>Long-term: Scalable across retailers &amp;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E6E6"/>
                </a:solidFill>
              </a:rPr>
              <a:t>Solo Participant — Harsh Goyal</a:t>
            </a:r>
          </a:p>
          <a:p>
            <a:r>
              <a:rPr sz="2200">
                <a:solidFill>
                  <a:srgbClr val="E6E6E6"/>
                </a:solidFill>
              </a:rPr>
              <a:t>AI Engineer + Full-Stack Developer.</a:t>
            </a:r>
          </a:p>
          <a:p>
            <a:r>
              <a:rPr sz="2200">
                <a:solidFill>
                  <a:srgbClr val="E6E6E6"/>
                </a:solidFill>
              </a:rPr>
              <a:t>Expertise: Generative AI, ML, Vision Models, Full-stack apps.</a:t>
            </a:r>
          </a:p>
          <a:p>
            <a:r>
              <a:rPr sz="2200">
                <a:solidFill>
                  <a:srgbClr val="E6E6E6"/>
                </a:solidFill>
              </a:rPr>
              <a:t>End-to-end development capability.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CreativePilot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Transforming Retail Media Creative Production.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</TotalTime>
  <Words>362</Words>
  <Application>Microsoft Macintosh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Berlin</vt:lpstr>
      <vt:lpstr>CreativePilot AI</vt:lpstr>
      <vt:lpstr>Problem Statement</vt:lpstr>
      <vt:lpstr>Solution Overview (1/2)</vt:lpstr>
      <vt:lpstr>Solution Overview (2/2)</vt:lpstr>
      <vt:lpstr>Value Proposition (1/2)</vt:lpstr>
      <vt:lpstr>Value Proposition (2/2)</vt:lpstr>
      <vt:lpstr>Feasibility / Implementation</vt:lpstr>
      <vt:lpstr>Unique Differentiators</vt:lpstr>
      <vt:lpstr>Impact &amp; Sustainability</vt:lpstr>
      <vt:lpstr>Team Introduction</vt:lpstr>
      <vt:lpstr>CreativePilot AI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Goyal</cp:lastModifiedBy>
  <cp:revision>2</cp:revision>
  <dcterms:created xsi:type="dcterms:W3CDTF">2013-01-27T09:14:16Z</dcterms:created>
  <dcterms:modified xsi:type="dcterms:W3CDTF">2025-11-14T13:31:28Z</dcterms:modified>
  <cp:category/>
</cp:coreProperties>
</file>