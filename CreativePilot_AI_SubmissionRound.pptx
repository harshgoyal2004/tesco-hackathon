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2"/>
  </p:normalViewPr>
  <p:slideViewPr>
    <p:cSldViewPr snapToGrid="0" snapToObjects="1">
      <p:cViewPr varScale="1">
        <p:scale>
          <a:sx n="100" d="100"/>
          <a:sy n="100" d="100"/>
        </p:scale>
        <p:origin x="1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5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2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1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8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1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42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7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4567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02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84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17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37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66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CreativePilot</a:t>
            </a:r>
            <a:r>
              <a:rPr dirty="0"/>
              <a:t>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AI-Powered Retail Media Creative Studio</a:t>
            </a:r>
          </a:p>
          <a:p>
            <a:r>
              <a:rPr dirty="0"/>
              <a:t>Built for Tesco Retail Media Hackathon</a:t>
            </a:r>
            <a:endParaRPr lang="en-US" dirty="0"/>
          </a:p>
          <a:p>
            <a:r>
              <a:rPr lang="en-IN" dirty="0"/>
              <a:t>By: Harsh Goyal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Creating high-quality retail media assets is time-consuming and expensive</a:t>
            </a:r>
          </a:p>
          <a:p>
            <a:r>
              <a:t>Maintaining brand consistency across thousands of SKUs is difficult</a:t>
            </a:r>
          </a:p>
          <a:p>
            <a:r>
              <a:t>Manual reliance on design tools limits scalability</a:t>
            </a:r>
          </a:p>
          <a:p>
            <a:r>
              <a:t>Designers spend 70% of time on repetitive formatting vs innovation</a:t>
            </a:r>
          </a:p>
          <a:p>
            <a:r>
              <a:t>Multi-format adaptation is challenging (Instagram, Facebook, Web)</a:t>
            </a:r>
          </a:p>
          <a:p>
            <a:r>
              <a:t>Manual guideline validation leads to compliance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CreativePilot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AI-powered creative builder combining Generative AI with professional editing</a:t>
            </a:r>
          </a:p>
          <a:p>
            <a:r>
              <a:t>Figma-like editing experience designed for retail media</a:t>
            </a:r>
          </a:p>
          <a:p>
            <a:r>
              <a:t>Automated background generation and removal</a:t>
            </a:r>
          </a:p>
          <a:p>
            <a:r>
              <a:t>Built-in brand kit management</a:t>
            </a:r>
          </a:p>
          <a:p>
            <a:r>
              <a:t>Guideline validation engine</a:t>
            </a:r>
          </a:p>
          <a:p>
            <a:r>
              <a:t>Multi-format export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Speed: Generate professional creatives in seconds</a:t>
            </a:r>
          </a:p>
          <a:p>
            <a:r>
              <a:t>Scale: Create variations for multiple platforms instantly</a:t>
            </a:r>
          </a:p>
          <a:p>
            <a:r>
              <a:t>Quality: AI-enhanced imagery with professional layouts</a:t>
            </a:r>
          </a:p>
          <a:p>
            <a:r>
              <a:t>Compliance: Automated guideline validation</a:t>
            </a:r>
          </a:p>
          <a:p>
            <a:r>
              <a:t>Efficiency: Reduce design costs by 70%</a:t>
            </a:r>
          </a:p>
          <a:p>
            <a:r>
              <a:t>Flexibility: Full creative control with AI assistance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3-Tier Architecture</a:t>
            </a:r>
          </a:p>
          <a:p>
            <a:r>
              <a:t>Frontend: React + Vite + Fabric.js</a:t>
            </a:r>
          </a:p>
          <a:p>
            <a:r>
              <a:t>Backend: FastAPI + Python</a:t>
            </a:r>
          </a:p>
          <a:p>
            <a:r>
              <a:t>AI Services: FLUX.1-dev, Rembg, HuggingFace</a:t>
            </a:r>
          </a:p>
          <a:p>
            <a:r>
              <a:t>State Management: Zustand</a:t>
            </a:r>
          </a:p>
          <a:p>
            <a:r>
              <a:t>API: RESTful endpoints for all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19.2.0 - UI Framework</a:t>
            </a:r>
          </a:p>
          <a:p>
            <a:r>
              <a:t>Vite 7.2.4 - Build Tool</a:t>
            </a:r>
          </a:p>
          <a:p>
            <a:r>
              <a:t>Fabric.js 6.9.0 - Canvas Engine</a:t>
            </a:r>
          </a:p>
          <a:p>
            <a:r>
              <a:t>Zustand 5.0.9 - State Management</a:t>
            </a:r>
          </a:p>
          <a:p>
            <a:r>
              <a:t>Tailwind CSS 3.4.18 - Styling</a:t>
            </a:r>
          </a:p>
          <a:p>
            <a:r>
              <a:t>Radix UI - Headless UI Components</a:t>
            </a:r>
          </a:p>
          <a:p>
            <a:r>
              <a:t>TanStack Query 5.90.12 - Server State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Technology Stack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Lucide React 0.555.0 - Icon Library</a:t>
            </a:r>
          </a:p>
          <a:p>
            <a:r>
              <a:t>Axios 1.13.2 - HTTP Client</a:t>
            </a:r>
          </a:p>
          <a:p>
            <a:r>
              <a:t>React Dropzone 14.3.8 - File Upload</a:t>
            </a:r>
          </a:p>
          <a:p>
            <a:r>
              <a:t>ColorThief 2.6.0 - Color Extraction</a:t>
            </a:r>
          </a:p>
          <a:p>
            <a:r>
              <a:t>Class Variance Authority - Component Variants</a:t>
            </a:r>
          </a:p>
          <a:p>
            <a:r>
              <a:t>clsx + tailwind-merge - Utility Functions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- Modern async web framework</a:t>
            </a:r>
          </a:p>
          <a:p>
            <a:r>
              <a:t>Python 3.8+ - Runtime</a:t>
            </a:r>
          </a:p>
          <a:p>
            <a:r>
              <a:t>Uvicorn - ASGI server</a:t>
            </a:r>
          </a:p>
          <a:p>
            <a:r>
              <a:t>Pydantic - Data validation</a:t>
            </a:r>
          </a:p>
          <a:p>
            <a:r>
              <a:t>python-multipart - File uploads</a:t>
            </a:r>
          </a:p>
          <a:p>
            <a:r>
              <a:t>Pillow (PIL) - Image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ML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FLUX.1-dev - Image generation model</a:t>
            </a:r>
          </a:p>
          <a:p>
            <a:r>
              <a:t>HuggingFace Inference API - AI model hosting</a:t>
            </a:r>
          </a:p>
          <a:p>
            <a:r>
              <a:t>Rembg - Background removal ML model</a:t>
            </a:r>
          </a:p>
          <a:p>
            <a:r>
              <a:t>Custom validation engine - Guideline compliance</a:t>
            </a:r>
          </a:p>
          <a:p>
            <a:r>
              <a:t>Custom resize engine - Multi-format adaptation</a:t>
            </a:r>
          </a:p>
          <a:p>
            <a:r>
              <a:t>Custom layout engine - AI-assisted composition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POST /api/creative/upload - Upload assets</a:t>
            </a:r>
          </a:p>
          <a:p>
            <a:r>
              <a:t>POST /api/creative/generate-bg - Generate AI backgrounds</a:t>
            </a:r>
          </a:p>
          <a:p>
            <a:r>
              <a:t>POST /api/creative/remove-bg - Remove backgrounds</a:t>
            </a:r>
          </a:p>
          <a:p>
            <a:r>
              <a:t>POST /api/creative/validate - Validate guidelines</a:t>
            </a:r>
          </a:p>
          <a:p>
            <a:r>
              <a:t>POST /api/creative/share - Share creatives</a:t>
            </a:r>
          </a:p>
          <a:p>
            <a:r>
              <a:t>GET /api/creative/load/{id} - Load shared creatives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Editor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3-Column Layout (Asset Manager, Canvas, Properties)</a:t>
            </a:r>
          </a:p>
          <a:p>
            <a:r>
              <a:t>Fabric.js canvas with full object manipulation</a:t>
            </a:r>
          </a:p>
          <a:p>
            <a:r>
              <a:t>Drag, resize, rotate, scale objects</a:t>
            </a:r>
          </a:p>
          <a:p>
            <a:r>
              <a:t>Multi-object selection and grouping</a:t>
            </a:r>
          </a:p>
          <a:p>
            <a:r>
              <a:t>Smart responsive scaling with aspect ratio preservation</a:t>
            </a:r>
          </a:p>
          <a:p>
            <a:r>
              <a:t>Real-time zoom controls and viewport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Drag &amp; drop file upload</a:t>
            </a:r>
          </a:p>
          <a:p>
            <a:r>
              <a:t>Support for images (PNG, JPG, SVG)</a:t>
            </a:r>
          </a:p>
          <a:p>
            <a:r>
              <a:t>Asset library with thumbnails</a:t>
            </a:r>
          </a:p>
          <a:p>
            <a:r>
              <a:t>Click to add assets to canvas</a:t>
            </a:r>
          </a:p>
          <a:p>
            <a:r>
              <a:t>AI generation tools integrated</a:t>
            </a:r>
          </a:p>
          <a:p>
            <a:r>
              <a:t>Upload progress indicators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Canvas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Fabric.js 6.9.0</a:t>
            </a:r>
          </a:p>
          <a:p>
            <a:r>
              <a:t>Support for text, images, shapes</a:t>
            </a:r>
          </a:p>
          <a:p>
            <a:r>
              <a:t>Real-time object manipulation</a:t>
            </a:r>
          </a:p>
          <a:p>
            <a:r>
              <a:t>Layer management system</a:t>
            </a:r>
          </a:p>
          <a:p>
            <a:r>
              <a:t>Auto-scaling to fit viewport</a:t>
            </a:r>
          </a:p>
          <a:p>
            <a:r>
              <a:t>Zoom indicator showing current scale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Panel -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Font family selection (Google Fonts)</a:t>
            </a:r>
          </a:p>
          <a:p>
            <a:r>
              <a:t>Font size slider (8-200px)</a:t>
            </a:r>
          </a:p>
          <a:p>
            <a:r>
              <a:t>Color picker with hex input</a:t>
            </a:r>
          </a:p>
          <a:p>
            <a:r>
              <a:t>Text styling: Bold, Italic, Underline</a:t>
            </a:r>
          </a:p>
          <a:p>
            <a:r>
              <a:t>Alignment: Left, Center, Right</a:t>
            </a:r>
          </a:p>
          <a:p>
            <a:r>
              <a:t>Letter spacing control</a:t>
            </a:r>
          </a:p>
          <a:p>
            <a:r>
              <a:t>Line height adjustment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Panel -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Brightness filter (-100% to +100%)</a:t>
            </a:r>
          </a:p>
          <a:p>
            <a:r>
              <a:t>Contrast filter (-100% to +100%)</a:t>
            </a:r>
          </a:p>
          <a:p>
            <a:r>
              <a:t>Blur filter (0% to 100%)</a:t>
            </a:r>
          </a:p>
          <a:p>
            <a:r>
              <a:t>Opacity control</a:t>
            </a:r>
          </a:p>
          <a:p>
            <a:r>
              <a:t>Image filters applied in real-time</a:t>
            </a:r>
          </a:p>
          <a:p>
            <a:r>
              <a:t>Reset to original functionality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Panel - Canvas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width and height inputs</a:t>
            </a:r>
          </a:p>
          <a:p>
            <a:r>
              <a:t>Preset formats:</a:t>
            </a:r>
          </a:p>
          <a:p>
            <a:r>
              <a:t>  - 1080x1080 (Instagram Square)</a:t>
            </a:r>
          </a:p>
          <a:p>
            <a:r>
              <a:t>  - 1080x1920 (Instagram Story)</a:t>
            </a:r>
          </a:p>
          <a:p>
            <a:r>
              <a:t>  - 1200x628 (Facebook/LinkedIn Banner)</a:t>
            </a:r>
          </a:p>
          <a:p>
            <a:r>
              <a:t>Background color picker</a:t>
            </a:r>
          </a:p>
          <a:p>
            <a:r>
              <a:t>Scale objects on resize option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Layers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sync with canvas objects</a:t>
            </a:r>
          </a:p>
          <a:p>
            <a:r>
              <a:t>Visual thumbnails with type indicators</a:t>
            </a:r>
          </a:p>
          <a:p>
            <a:r>
              <a:t>Click to select layer on canvas</a:t>
            </a:r>
          </a:p>
          <a:p>
            <a:r>
              <a:t>Visibility toggle (show/hide)</a:t>
            </a:r>
          </a:p>
          <a:p>
            <a:r>
              <a:t>Lock/unlock layers</a:t>
            </a:r>
          </a:p>
          <a:p>
            <a:r>
              <a:t>Delete layers</a:t>
            </a:r>
          </a:p>
          <a:p>
            <a:r>
              <a:t>Layer reordering (coming soon)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Kit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 Colors: Add/remove custom colors with picker</a:t>
            </a:r>
          </a:p>
          <a:p>
            <a:r>
              <a:t>Visual color swatch display</a:t>
            </a:r>
          </a:p>
          <a:p>
            <a:r>
              <a:t>Apply colors to selected objects</a:t>
            </a:r>
          </a:p>
          <a:p>
            <a:r>
              <a:t>Brand Fonts: Curated Google Fonts library</a:t>
            </a:r>
          </a:p>
          <a:p>
            <a:r>
              <a:t>Add/remove fonts from brand kit</a:t>
            </a:r>
          </a:p>
          <a:p>
            <a:r>
              <a:t>Brand Logo: Upload and store logo</a:t>
            </a:r>
          </a:p>
          <a:p>
            <a:r>
              <a:t>All settings persist to localStorage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Background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Powered by FLUX.1-dev model</a:t>
            </a:r>
          </a:p>
          <a:p>
            <a:r>
              <a:t>Text-to-image generation</a:t>
            </a:r>
          </a:p>
          <a:p>
            <a:r>
              <a:t>High-quality 1024x1024 outputs</a:t>
            </a:r>
          </a:p>
          <a:p>
            <a:r>
              <a:t>5-10 second generation time</a:t>
            </a:r>
          </a:p>
          <a:p>
            <a:r>
              <a:t>Example prompts:</a:t>
            </a:r>
          </a:p>
          <a:p>
            <a:r>
              <a:t>  - 'Futuristic retail store with neon lights'</a:t>
            </a:r>
          </a:p>
          <a:p>
            <a:r>
              <a:t>  - 'Minimalist gradient background'</a:t>
            </a:r>
          </a:p>
          <a:p>
            <a:r>
              <a:t>  - 'Abstract geometric pattern'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Rembg ML model</a:t>
            </a:r>
          </a:p>
          <a:p>
            <a:r>
              <a:t>One-click background removal</a:t>
            </a:r>
          </a:p>
          <a:p>
            <a:r>
              <a:t>Perfect for product photography</a:t>
            </a:r>
          </a:p>
          <a:p>
            <a:r>
              <a:t>Preserves transparency for layering</a:t>
            </a:r>
          </a:p>
          <a:p>
            <a:r>
              <a:t>Fast processing (2-3 seconds)</a:t>
            </a:r>
          </a:p>
          <a:p>
            <a:r>
              <a:t>Ideal for creating clean composite images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 Palette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ColorThief library</a:t>
            </a:r>
          </a:p>
          <a:p>
            <a:r>
              <a:t>Auto-extract dominant colors from images</a:t>
            </a:r>
          </a:p>
          <a:p>
            <a:r>
              <a:t>Generate brand-aligned color palettes</a:t>
            </a:r>
          </a:p>
          <a:p>
            <a:r>
              <a:t>Apply extracted colors to canvas objects</a:t>
            </a:r>
          </a:p>
          <a:p>
            <a:r>
              <a:t>Helps maintain visual consistency</a:t>
            </a:r>
          </a:p>
          <a:p>
            <a:r>
              <a:t>Useful for creating cohesive designs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Floating Toolbar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Draggable and repositionable</a:t>
            </a:r>
          </a:p>
          <a:p>
            <a:r>
              <a:t>Quick access to common actions</a:t>
            </a:r>
          </a:p>
          <a:p>
            <a:r>
              <a:t>Format presets (Instagram, Story, Banner)</a:t>
            </a:r>
          </a:p>
          <a:p>
            <a:r>
              <a:t>Add text button</a:t>
            </a:r>
          </a:p>
          <a:p>
            <a:r>
              <a:t>Validate guidelines button</a:t>
            </a:r>
          </a:p>
          <a:p>
            <a:r>
              <a:t>Export PNG button</a:t>
            </a:r>
          </a:p>
          <a:p>
            <a:r>
              <a:t>Undo/Redo (coming soon)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Guideline Validation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compliance checking</a:t>
            </a:r>
          </a:p>
          <a:p>
            <a:r>
              <a:t>Real-time validation feedback</a:t>
            </a:r>
          </a:p>
          <a:p>
            <a:r>
              <a:t>Color palette compliance verification</a:t>
            </a:r>
          </a:p>
          <a:p>
            <a:r>
              <a:t>Font usage validation</a:t>
            </a:r>
          </a:p>
          <a:p>
            <a:r>
              <a:t>Dimension and format checking</a:t>
            </a:r>
          </a:p>
          <a:p>
            <a:r>
              <a:t>Detailed compliance reports with suggestions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PNG format with transparency support</a:t>
            </a:r>
          </a:p>
          <a:p>
            <a:r>
              <a:t>Full canvas resolution export</a:t>
            </a:r>
          </a:p>
          <a:p>
            <a:r>
              <a:t>All visible layers included</a:t>
            </a:r>
          </a:p>
          <a:p>
            <a:r>
              <a:t>Maintains aspect ratios</a:t>
            </a:r>
          </a:p>
          <a:p>
            <a:r>
              <a:t>One-click download</a:t>
            </a:r>
          </a:p>
          <a:p>
            <a:r>
              <a:t>Coming soon: JPG, SVG, batch export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Retail Product 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product image</a:t>
            </a:r>
          </a:p>
          <a:p>
            <a:r>
              <a:t>Remove background with AI</a:t>
            </a:r>
          </a:p>
          <a:p>
            <a:r>
              <a:t>Generate branded background</a:t>
            </a:r>
          </a:p>
          <a:p>
            <a:r>
              <a:t>Add promotional text</a:t>
            </a:r>
          </a:p>
          <a:p>
            <a:r>
              <a:t>Apply brand colors and fonts</a:t>
            </a:r>
          </a:p>
          <a:p>
            <a:r>
              <a:t>Validate against guidelines</a:t>
            </a:r>
          </a:p>
          <a:p>
            <a:r>
              <a:t>Export for multiple platforms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Social Media Posts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Instagram/Facebook post creation</a:t>
            </a:r>
          </a:p>
          <a:p>
            <a:r>
              <a:t>Use preset formats (Square, Story)</a:t>
            </a:r>
          </a:p>
          <a:p>
            <a:r>
              <a:t>Apply brand kit for consistency</a:t>
            </a:r>
          </a:p>
          <a:p>
            <a:r>
              <a:t>Add text overlays and CTAs</a:t>
            </a:r>
          </a:p>
          <a:p>
            <a:r>
              <a:t>Generate multiple variations</a:t>
            </a:r>
          </a:p>
          <a:p>
            <a:r>
              <a:t>Export ready-to-publish assets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Banner 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Multi-format banner generation</a:t>
            </a:r>
          </a:p>
          <a:p>
            <a:r>
              <a:t>Standard sizes (1200x628, etc.)</a:t>
            </a:r>
          </a:p>
          <a:p>
            <a:r>
              <a:t>Display advertising campaigns</a:t>
            </a:r>
          </a:p>
          <a:p>
            <a:r>
              <a:t>Consistent branding across formats</a:t>
            </a:r>
          </a:p>
          <a:p>
            <a:r>
              <a:t>Quick A/B test variations</a:t>
            </a:r>
          </a:p>
          <a:p>
            <a:r>
              <a:t>Export for ad platforms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Brand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reusable templates</a:t>
            </a:r>
          </a:p>
          <a:p>
            <a:r>
              <a:t>Save brand kit (colors, fonts, logo)</a:t>
            </a:r>
          </a:p>
          <a:p>
            <a:r>
              <a:t>Team consistency across campaigns</a:t>
            </a:r>
          </a:p>
          <a:p>
            <a:r>
              <a:t>Share templates with team members</a:t>
            </a:r>
          </a:p>
          <a:p>
            <a:r>
              <a:t>Reduce onboarding time for new designers</a:t>
            </a:r>
          </a:p>
          <a:p>
            <a:r>
              <a:t>Maintain brand standards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Steps 1-3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Upload product image via drag &amp; drop</a:t>
            </a:r>
          </a:p>
          <a:p>
            <a:r>
              <a:t>Step 2: AI removes background automatically</a:t>
            </a:r>
          </a:p>
          <a:p>
            <a:r>
              <a:t>Step 3: AI extracts color palette from image</a:t>
            </a:r>
          </a:p>
          <a:p>
            <a:endParaRPr/>
          </a:p>
          <a:p>
            <a:r>
              <a:t>Time saved: 15-20 minutes per creative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Steps 4-5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4: Generate AI background with text prompt</a:t>
            </a:r>
          </a:p>
          <a:p>
            <a:r>
              <a:t>  Example: 'Summer beach scene, vibrant colors'</a:t>
            </a:r>
          </a:p>
          <a:p>
            <a:r>
              <a:t>Step 5: Compose creative on canvas</a:t>
            </a:r>
          </a:p>
          <a:p>
            <a:r>
              <a:t>  - Drag product onto background</a:t>
            </a:r>
          </a:p>
          <a:p>
            <a:r>
              <a:t>  - Add text elements</a:t>
            </a:r>
          </a:p>
          <a:p>
            <a:r>
              <a:t>  - Adjust layout and positioning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Steps 6-7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Step 6: Apply brand identity</a:t>
            </a:r>
          </a:p>
          <a:p>
            <a:r>
              <a:t>  - Use brand colors from kit</a:t>
            </a:r>
          </a:p>
          <a:p>
            <a:r>
              <a:t>  - Apply brand fonts</a:t>
            </a:r>
          </a:p>
          <a:p>
            <a:r>
              <a:t>  - Add brand logo if needed</a:t>
            </a:r>
          </a:p>
          <a:p>
            <a:r>
              <a:t>Step 7: Validate and export</a:t>
            </a:r>
          </a:p>
          <a:p>
            <a:r>
              <a:t>  - Run guideline validation</a:t>
            </a:r>
          </a:p>
          <a:p>
            <a:r>
              <a:t>  - Fix any compliance issues</a:t>
            </a:r>
          </a:p>
          <a:p>
            <a:r>
              <a:t>  - Export PNG for use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Structure: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src/components/layout/ - AppLayout, FloatingToolbar</a:t>
            </a:r>
          </a:p>
          <a:p>
            <a:r>
              <a:t>src/components/panels/ - Properties, Layers, BrandKit</a:t>
            </a:r>
          </a:p>
          <a:p>
            <a:r>
              <a:t>src/components/ui/ - Reusable UI components (Shadcn)</a:t>
            </a:r>
          </a:p>
          <a:p>
            <a:r>
              <a:t>src/components/ - AssetManager, CanvasEditor</a:t>
            </a:r>
          </a:p>
          <a:p>
            <a:r>
              <a:t>src/store/ - Zustand state management</a:t>
            </a:r>
          </a:p>
          <a:p>
            <a:r>
              <a:t>src/lib/ - Utility functions</a:t>
            </a:r>
          </a:p>
          <a:p>
            <a:r>
              <a:t>src/context/ - React context providers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Structure: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app/routers/ - API route handlers</a:t>
            </a:r>
          </a:p>
          <a:p>
            <a:r>
              <a:t>app/services/ - Business logic services</a:t>
            </a:r>
          </a:p>
          <a:p>
            <a:r>
              <a:t>app/models/ - Pydantic data models</a:t>
            </a:r>
          </a:p>
          <a:p>
            <a:r>
              <a:t>app/ai/ - AI and ML integration</a:t>
            </a:r>
          </a:p>
          <a:p>
            <a:r>
              <a:t>app/utils/ - Utility functions</a:t>
            </a:r>
          </a:p>
          <a:p>
            <a:r>
              <a:t>main.py - FastAPI application entry</a:t>
            </a:r>
          </a:p>
          <a:p>
            <a:r>
              <a:t>static/ - Uploaded and generated assets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Performance: Vite HMR, React Query optimization, 60fps canvas</a:t>
            </a:r>
          </a:p>
          <a:p>
            <a:r>
              <a:t>Scalability: FastAPI async, stateless design, horizontal scaling</a:t>
            </a:r>
          </a:p>
          <a:p>
            <a:r>
              <a:t>Developer Experience: Modular architecture, API docs, code quality</a:t>
            </a:r>
          </a:p>
          <a:p>
            <a:r>
              <a:t>Security: CORS config, file validation, env variables</a:t>
            </a:r>
          </a:p>
          <a:p>
            <a:r>
              <a:t>Innovation: First AI + professional editing for retail media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Roadmap: Near-Term (Q1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Undo/Redo functionality with full history</a:t>
            </a:r>
          </a:p>
          <a:p>
            <a:r>
              <a:t>AI layout suggestions based on best practices</a:t>
            </a:r>
          </a:p>
          <a:p>
            <a:r>
              <a:t>Drag-and-drop layer reordering</a:t>
            </a:r>
          </a:p>
          <a:p>
            <a:r>
              <a:t>SVG and JPG export formats</a:t>
            </a:r>
          </a:p>
          <a:p>
            <a:r>
              <a:t>Team collaboration features (real-time editing)</a:t>
            </a:r>
          </a:p>
          <a:p>
            <a:r>
              <a:t>Template marketplace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Roadmap: Mid-Term (Q2-Q3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Batch processing for 100+ SKUs simultaneously</a:t>
            </a:r>
          </a:p>
          <a:p>
            <a:r>
              <a:t>Video generation for Reels, TikTok, YouTube Shorts</a:t>
            </a:r>
          </a:p>
          <a:p>
            <a:r>
              <a:t>Direct integration with Shopify, Tesco Ads Platform</a:t>
            </a:r>
          </a:p>
          <a:p>
            <a:r>
              <a:t>Multi-language support for global campaigns</a:t>
            </a:r>
          </a:p>
          <a:p>
            <a:r>
              <a:t>Analytics dashboard for creative performance</a:t>
            </a:r>
          </a:p>
          <a:p>
            <a:r>
              <a:t>Advanced AI features (smart cropping, auto-tagging)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Roadmap: Long-Term (2027+)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Fully autonomous creative generation from product data</a:t>
            </a:r>
          </a:p>
          <a:p>
            <a:r>
              <a:t>Predictive AI for creative performance optimization</a:t>
            </a:r>
          </a:p>
          <a:p>
            <a:r>
              <a:t>Enterprise-grade multi-tenant platform</a:t>
            </a:r>
          </a:p>
          <a:p>
            <a:r>
              <a:t>Marketplace for creative templates and AI models</a:t>
            </a:r>
          </a:p>
          <a:p>
            <a:r>
              <a:t>Mobile app for on-the-go creative editing</a:t>
            </a:r>
          </a:p>
          <a:p>
            <a:r>
              <a:t>Integration with major ad networks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Setup: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 v16 or higher</a:t>
            </a:r>
          </a:p>
          <a:p>
            <a:r>
              <a:t>Python 3.8 or higher</a:t>
            </a:r>
          </a:p>
          <a:p>
            <a:r>
              <a:t>HuggingFace API Token (free tier available)</a:t>
            </a:r>
          </a:p>
          <a:p>
            <a:r>
              <a:t>Git for version control</a:t>
            </a:r>
          </a:p>
          <a:p>
            <a:r>
              <a:t>Code editor (VS Code recommended)</a:t>
            </a:r>
          </a:p>
          <a:p>
            <a:r>
              <a:t>Modern web browser (Chrome, Firefox, Safari)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Setup: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cd backend</a:t>
            </a:r>
          </a:p>
          <a:p>
            <a:r>
              <a:t>python -m venv venv</a:t>
            </a:r>
          </a:p>
          <a:p>
            <a:r>
              <a:t>source venv/bin/activate  # On Windows: venv\Scripts\activate</a:t>
            </a:r>
          </a:p>
          <a:p>
            <a:r>
              <a:t>pip install -r requirements.txt</a:t>
            </a:r>
          </a:p>
          <a:p>
            <a:r>
              <a:t>Create .env file with: HF_TOKEN=your_token_here</a:t>
            </a:r>
          </a:p>
          <a:p>
            <a:r>
              <a:t>uvicorn main:app --reload --port 8000</a:t>
            </a:r>
          </a:p>
          <a:p>
            <a:r>
              <a:t>Access API docs at: http://localhost:8000/docs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Setup: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cd frontend</a:t>
            </a:r>
          </a:p>
          <a:p>
            <a:r>
              <a:t>npm install</a:t>
            </a:r>
          </a:p>
          <a:p>
            <a:r>
              <a:t>npm run dev</a:t>
            </a:r>
          </a:p>
          <a:p>
            <a:r>
              <a:t>Open browser at: http://localhost:5173</a:t>
            </a:r>
          </a:p>
          <a:p>
            <a:endParaRPr/>
          </a:p>
          <a:p>
            <a:r>
              <a:t>For production build:</a:t>
            </a:r>
          </a:p>
          <a:p>
            <a:r>
              <a:t>npm run build</a:t>
            </a:r>
          </a:p>
          <a:p>
            <a:r>
              <a:t>npm run preview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70% faster creative production</a:t>
            </a:r>
          </a:p>
          <a:p>
            <a:r>
              <a:t>90% reduction in guideline compliance errors</a:t>
            </a:r>
          </a:p>
          <a:p>
            <a:r>
              <a:t>100% creative freedom maintained</a:t>
            </a:r>
          </a:p>
          <a:p>
            <a:r>
              <a:t>5-10 seconds for AI background generation</a:t>
            </a:r>
          </a:p>
          <a:p>
            <a:r>
              <a:t>2-3 seconds for background removal</a:t>
            </a:r>
          </a:p>
          <a:p>
            <a:r>
              <a:t>Supports 1000+ SKUs scalability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retail media tool combining professional editing with generative AI</a:t>
            </a:r>
          </a:p>
          <a:p>
            <a:r>
              <a:t>Context-aware UI that adapts to selected objects</a:t>
            </a:r>
          </a:p>
          <a:p>
            <a:r>
              <a:t>Persistent brand kit using localStorage</a:t>
            </a:r>
          </a:p>
          <a:p>
            <a:r>
              <a:t>Real-time canvas-to-layers synchronization</a:t>
            </a:r>
          </a:p>
          <a:p>
            <a:r>
              <a:t>Automated guideline validation engine</a:t>
            </a:r>
          </a:p>
          <a:p>
            <a:r>
              <a:t>Multi-format export with one click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CreativePilot AI empowers designers with AI superpowers</a:t>
            </a:r>
          </a:p>
          <a:p>
            <a:r>
              <a:t>Combines speed, scale, and quality</a:t>
            </a:r>
          </a:p>
          <a:p>
            <a:r>
              <a:t>Reduces costs while maintaining creative control</a:t>
            </a:r>
          </a:p>
          <a:p>
            <a:r>
              <a:t>Built for retail media at scale</a:t>
            </a:r>
          </a:p>
          <a:p>
            <a:r>
              <a:t>Ready for production use</a:t>
            </a:r>
          </a:p>
          <a:p>
            <a:r>
              <a:t>Extensible architecture for future enhancements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CreativePilot AI</a:t>
            </a:r>
          </a:p>
          <a:p>
            <a:r>
              <a:t>Built with ❤️ for Retail Media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</TotalTime>
  <Words>1777</Words>
  <Application>Microsoft Macintosh PowerPoint</Application>
  <PresentationFormat>On-screen Show (4:3)</PresentationFormat>
  <Paragraphs>315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Trebuchet MS</vt:lpstr>
      <vt:lpstr>Berlin</vt:lpstr>
      <vt:lpstr>CreativePilot AI</vt:lpstr>
      <vt:lpstr>The Problem</vt:lpstr>
      <vt:lpstr>The Solution: CreativePilot AI</vt:lpstr>
      <vt:lpstr>Key Benefits</vt:lpstr>
      <vt:lpstr>System Architecture</vt:lpstr>
      <vt:lpstr>Frontend Technology Stack</vt:lpstr>
      <vt:lpstr>Frontend Technology Stack (Continued)</vt:lpstr>
      <vt:lpstr>Backend Technology Stack</vt:lpstr>
      <vt:lpstr>AI &amp; ML Technology Stack</vt:lpstr>
      <vt:lpstr>API Endpoints</vt:lpstr>
      <vt:lpstr>Professional Editor Features</vt:lpstr>
      <vt:lpstr>Asset Manager</vt:lpstr>
      <vt:lpstr>Canvas Editor</vt:lpstr>
      <vt:lpstr>Properties Panel - Text</vt:lpstr>
      <vt:lpstr>Properties Panel - Image</vt:lpstr>
      <vt:lpstr>Properties Panel - Canvas Settings</vt:lpstr>
      <vt:lpstr>Layers Panel</vt:lpstr>
      <vt:lpstr>Brand Kit Panel</vt:lpstr>
      <vt:lpstr>AI Background Generation</vt:lpstr>
      <vt:lpstr>Background Removal</vt:lpstr>
      <vt:lpstr>Color Palette Extraction</vt:lpstr>
      <vt:lpstr>Floating Toolbar</vt:lpstr>
      <vt:lpstr>Guideline Validation Engine</vt:lpstr>
      <vt:lpstr>Export Capabilities</vt:lpstr>
      <vt:lpstr>Use Case: Retail Product Ads</vt:lpstr>
      <vt:lpstr>Use Case: Social Media Posts</vt:lpstr>
      <vt:lpstr>Use Case: Banner Ads</vt:lpstr>
      <vt:lpstr>Use Case: Brand Templates</vt:lpstr>
      <vt:lpstr>Workflow: Steps 1-3</vt:lpstr>
      <vt:lpstr>Workflow: Steps 4-5</vt:lpstr>
      <vt:lpstr>Workflow: Steps 6-7</vt:lpstr>
      <vt:lpstr>Project Structure: Frontend</vt:lpstr>
      <vt:lpstr>Project Structure: Backend</vt:lpstr>
      <vt:lpstr>Technical Highlights</vt:lpstr>
      <vt:lpstr>Future Roadmap: Near-Term (Q1 2026)</vt:lpstr>
      <vt:lpstr>Future Roadmap: Mid-Term (Q2-Q3 2026)</vt:lpstr>
      <vt:lpstr>Future Roadmap: Long-Term (2027+)</vt:lpstr>
      <vt:lpstr>Setup: Prerequisites</vt:lpstr>
      <vt:lpstr>Setup: Backend</vt:lpstr>
      <vt:lpstr>Setup: Frontend</vt:lpstr>
      <vt:lpstr>Key Metrics &amp; Impact</vt:lpstr>
      <vt:lpstr>Innovation Highlights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Goyal</cp:lastModifiedBy>
  <cp:revision>3</cp:revision>
  <dcterms:created xsi:type="dcterms:W3CDTF">2013-01-27T09:14:16Z</dcterms:created>
  <dcterms:modified xsi:type="dcterms:W3CDTF">2025-12-08T05:33:57Z</dcterms:modified>
  <cp:category/>
</cp:coreProperties>
</file>